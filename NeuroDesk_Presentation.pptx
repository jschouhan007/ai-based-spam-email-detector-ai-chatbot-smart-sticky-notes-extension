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"/>
            <a:ext cx="36576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NeuroDesk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286000" y="2148840"/>
            <a:ext cx="4572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8BFA"/>
                </a:solidFill>
              </a:rPr>
              <a:t>AI-Powered Email Spam Detection · Smart Sticky Notes · Chatbot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Chrome Extension · Flask Backend · Logistic Regression · Groq llama-3.3-70b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08760" y="34290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34290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69080" y="34290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Flask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9240" y="34290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Manifest V3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34290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Groq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Presentation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NeuroDesk?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188720"/>
          </a:xfrm>
          <a:prstGeom prst="rect">
            <a:avLst/>
          </a:prstGeom>
          <a:solidFill>
            <a:srgbClr val="1A1D35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🛡️  Spam &amp; Phishing Still Breaks Through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Built-in filters miss sophisticated attacks — users need an intelligent second layer.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88720"/>
          </a:xfrm>
          <a:prstGeom prst="rect">
            <a:avLst/>
          </a:prstGeom>
          <a:solidFill>
            <a:srgbClr val="1A1D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📧  Email Overload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562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Professionals get hundreds of emails daily with no quick way to prioritize or summarize.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931920" cy="1188720"/>
          </a:xfrm>
          <a:prstGeom prst="rect">
            <a:avLst/>
          </a:prstGeom>
          <a:solidFill>
            <a:srgbClr val="1A1D3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54864" cy="1188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📝  Fragmented Note-Taking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2735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Switching between email, tabs, and note apps constantly breaks focus and flow.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3931920" cy="1188720"/>
          </a:xfrm>
          <a:prstGeom prst="rect">
            <a:avLst/>
          </a:prstGeom>
          <a:solidFill>
            <a:srgbClr val="1A1D35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834640"/>
            <a:ext cx="54864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⏱️  No Integrated Focus 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735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tool combines task management, reminders, and timers inside the browser itself.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78BFA"/>
                </a:solidFill>
              </a:rPr>
              <a:t>NeuroDesk addresses all four challenges in one unified Chrome Extension.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is NeuroDesk?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 full-stack, AI-powered Chrome extension that enhances Gmail and general browser productivity — combining machine learning spam detection, AI email summarization, a persistent sticky notes system, and an AI chatbot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1508760"/>
          </a:xfrm>
          <a:prstGeom prst="rect">
            <a:avLst/>
          </a:prstGeom>
          <a:solidFill>
            <a:srgbClr val="1A1D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3931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12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🐍  Flask 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</a:rPr>
              <a:t>Python · Scikit-Learn · Groq SDK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7614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Hosts the ML model, serves REST API endpoints for spam prediction, email summarization, AI chat, and active learning.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103120"/>
            <a:ext cx="3931920" cy="1508760"/>
          </a:xfrm>
          <a:prstGeom prst="rect">
            <a:avLst/>
          </a:prstGeom>
          <a:solidFill>
            <a:srgbClr val="1A1D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103120"/>
            <a:ext cx="3931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12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🧩  Chrome Extension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Vanilla JS · Manifest V3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7614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Provides the full user-facing UI — spam badges on Gmail, sticky notes widget, chatbot sidebar, Pomodoro timer, and reminders on every webpage.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1920240" cy="1005840"/>
          </a:xfrm>
          <a:prstGeom prst="rect">
            <a:avLst/>
          </a:prstGeom>
          <a:solidFill>
            <a:srgbClr val="1A1D3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877056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470K+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4320540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Emails trained 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87168" y="3767328"/>
            <a:ext cx="1920240" cy="1005840"/>
          </a:xfrm>
          <a:prstGeom prst="rect">
            <a:avLst/>
          </a:prstGeom>
          <a:solidFill>
            <a:srgbClr val="1A1D35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87168" y="3877056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12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487168" y="4320540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Datasets merged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17136" y="3767328"/>
            <a:ext cx="1920240" cy="1005840"/>
          </a:xfrm>
          <a:prstGeom prst="rect">
            <a:avLst/>
          </a:prstGeom>
          <a:solidFill>
            <a:srgbClr val="1A1D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17136" y="3877056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13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17136" y="4320540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47104" y="3767328"/>
            <a:ext cx="1920240" cy="1005840"/>
          </a:xfrm>
          <a:prstGeom prst="rect">
            <a:avLst/>
          </a:prstGeom>
          <a:solidFill>
            <a:srgbClr val="1A1D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47104" y="3877056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47104" y="4320540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modules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120640" cy="2286000"/>
          </a:xfrm>
          <a:prstGeom prst="rect">
            <a:avLst/>
          </a:prstGeom>
          <a:solidFill>
            <a:srgbClr val="1A1D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CHROME EXTENSION (Frontend)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148840" cy="1783080"/>
          </a:xfrm>
          <a:prstGeom prst="rect">
            <a:avLst/>
          </a:prstGeom>
          <a:solidFill>
            <a:srgbClr val="1113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content.js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1965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Gmail DOM scanning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23042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Spam badge display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2642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Attachment risk scan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2980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Active learning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645920"/>
            <a:ext cx="2148840" cy="1783080"/>
          </a:xfrm>
          <a:prstGeom prst="rect">
            <a:avLst/>
          </a:prstGeom>
          <a:solidFill>
            <a:srgbClr val="1113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sticky.js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52928" y="1965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Sticky Notes (CRUD)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2928" y="23042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Pomodoro Timer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52928" y="2642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AI Chatbot Sidebar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2928" y="2980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▸  FAB Speed-Dial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4846320" cy="320040"/>
          </a:xfrm>
          <a:prstGeom prst="rect">
            <a:avLst/>
          </a:prstGeom>
          <a:solidFill>
            <a:srgbClr val="1113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background.js  —  Service Worker  ·  CORS proxy  ·  Alarms  ·  Cross-tab sync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0" y="242316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HTTP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localhost:5000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09360" y="1280160"/>
            <a:ext cx="2423160" cy="2286000"/>
          </a:xfrm>
          <a:prstGeom prst="rect">
            <a:avLst/>
          </a:prstGeom>
          <a:solidFill>
            <a:srgbClr val="1A1D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298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FLASK BACKEND (Python)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1664208"/>
            <a:ext cx="2194560" cy="347472"/>
          </a:xfrm>
          <a:prstGeom prst="rect">
            <a:avLst/>
          </a:prstGeom>
          <a:solidFill>
            <a:srgbClr val="1113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1682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/predict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60920" y="168249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TF-IDF + Logistic Regression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093976"/>
            <a:ext cx="2194560" cy="347472"/>
          </a:xfrm>
          <a:prstGeom prst="rect">
            <a:avLst/>
          </a:prstGeom>
          <a:solidFill>
            <a:srgbClr val="111327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112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/summarize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60920" y="21122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Groq llama-3.3-70b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0" y="2523744"/>
            <a:ext cx="2194560" cy="347472"/>
          </a:xfrm>
          <a:prstGeom prst="rect">
            <a:avLst/>
          </a:prstGeom>
          <a:solidFill>
            <a:srgbClr val="111327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/chat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60920" y="2542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Groq llama-3.3-70b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2953512"/>
            <a:ext cx="2194560" cy="347472"/>
          </a:xfrm>
          <a:prstGeom prst="rect">
            <a:avLst/>
          </a:prstGeom>
          <a:solidFill>
            <a:srgbClr val="1113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/report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60920" y="2971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Active Learning + Retrain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DATA 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1  User opens email → content.js extracts text → /predict → Spam/Safe badge with confidence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242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2  Click Summarize → /summarize → Groq AI bullet-point summary → new sticky note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3  Wrong prediction? → /report → 50× oversampled → model retrains → re-scans email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Technologies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31920" cy="32004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🐍  BACKEND — PYTHON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82496"/>
            <a:ext cx="393192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9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Flask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709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REST API framework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85416"/>
            <a:ext cx="393192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12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2128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ML — TF-IDF + Logistic Regression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393192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Groq SDK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715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llama-3.3-70b AI model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91256"/>
            <a:ext cx="393192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18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Pandas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218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Data loading &amp; preprocessing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393192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21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Flask-CORS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721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Cross-origin request handling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97096"/>
            <a:ext cx="393192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python-dotenv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224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Environment variable management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1298448"/>
            <a:ext cx="3840480" cy="32004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🧩  FRONTEND — CHROME EXTENSION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682496"/>
            <a:ext cx="384048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7099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Vanilla JS ES6+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17099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frameworks — pure performance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185416"/>
            <a:ext cx="384048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2128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Manifest V3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2212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Latest Chrome extension standard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688336"/>
            <a:ext cx="384048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715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chrome.storage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2715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Persistent note storage (local)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191256"/>
            <a:ext cx="384048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2186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chrome.alarms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3218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Persistent reminder scheduling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694176"/>
            <a:ext cx="384048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721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chrome.scripting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721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Dynamic script injection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4197096"/>
            <a:ext cx="3840480" cy="438912"/>
          </a:xfrm>
          <a:prstGeom prst="rect">
            <a:avLst/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4224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Google Fonts (Inter)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4224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Premium UI typography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321040" cy="320040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🤖  AI Models:   Spam Detection: Logistic Regression + TF-IDF (local)   ·   Summarization + Chat: llama-3.3-70b via Groq Cloud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13 Powerful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Real-Time Spam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Auto-classifies Gmail emails as Spam/Safe with confidence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Risky Attachment Scanner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Detects .exe, .bat, .scr, .docm and 20+ dangerous file types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📧  AI Email Summarizer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One-click Groq llama bullet-point email summaries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63824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Active Learning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corrections retrain the model in real-time automatically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785616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85616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📌  Smart Sticky Notes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782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Draggable, resizable, glassmorphism notes on all pages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407408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407408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43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Interactive Checklists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7000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Toggle any note into to-do checklist with progress tracking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81728" y="1298448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1298448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335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AI Chatbot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18888" y="1591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Floating NeuroDesk AI sidebar for productivity help &amp; Q&amp;A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81728" y="1920240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1920240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🍅  Pomodoro Timer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18888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25/5 focus timer with pause, resume, and session tracking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81728" y="2542032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1728" y="254203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⏰  Smart Reminders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18888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Timed alerts with full-screen animated notifications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81728" y="3163824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3163824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🎨  4 Premium Themes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18888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Violet, Rose, Ocean, and Forest dark glassmorphism themes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81728" y="3785616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81728" y="3785616"/>
            <a:ext cx="54864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⬇️  Note Export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18888" y="40782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Download any note as a formatted .txt file instantly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81728" y="4407408"/>
            <a:ext cx="39319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81728" y="4407408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443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Cross-Tab Sync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18888" y="47000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Notes appear instantly across all open tabs without refresh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Spam Detection — ML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E1A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0" cy="146304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05840" y="1261872"/>
            <a:ext cx="75895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261872"/>
            <a:ext cx="45720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3075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Dataset Loading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554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CSV datasets (CEAS, Enron, Phishing, Nazario…) + active-learning feedback from spam.csv — all column formats unified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E1A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0592"/>
            <a:ext cx="0" cy="146304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05840" y="1929384"/>
            <a:ext cx="75895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929384"/>
            <a:ext cx="45720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1975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Text Cleaning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221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Lowercase → replace URLs/emails with tokens → strip punctuation → deduplicate → drop rows &lt; 10 chars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E1A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118104"/>
            <a:ext cx="0" cy="146304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05840" y="2596896"/>
            <a:ext cx="75895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2596896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26426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TF-IDF Vectorization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28895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max_features=150K · ngram_range=(1,2) · sublinear_tf=True · max_df=0.85 · min_df=3 · stop words removed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32841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E1A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3785616"/>
            <a:ext cx="0" cy="146304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05840" y="3264408"/>
            <a:ext cx="75895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3264408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3310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Model Training (85/15 split)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35570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LogisticRegression · C=5.0 · solver='saga' · class_weight='balanced' · max_iter=1000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99592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E1A"/>
                </a:solidFill>
              </a:rPr>
              <a:t>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5840" y="3931920"/>
            <a:ext cx="758952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3931920"/>
            <a:ext cx="457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5568" y="3977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Evaluate &amp; Serialize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" y="4224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 + F1 classification report → save spam_model.pkl and vectorizer.pkl via pickle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</a:rPr>
              <a:t>💡 Why Logistic Regression over Naive Bayes?  Better F1 on large heterogeneous datasets — learns complex decision boundaries &amp; handles feature correlations that Naive Bayes's independence assumption cannot.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Active Learning — Self-Improving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234440" cy="914400"/>
          </a:xfrm>
          <a:prstGeom prst="rect">
            <a:avLst/>
          </a:prstGeom>
          <a:solidFill>
            <a:srgbClr val="1A1D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90472"/>
            <a:ext cx="475488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904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User sees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"AI: Spam (95%)"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8745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17320"/>
            <a:ext cx="1234440" cy="914400"/>
          </a:xfrm>
          <a:prstGeom prst="rect">
            <a:avLst/>
          </a:prstGeom>
          <a:solidFill>
            <a:srgbClr val="1A1D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90472"/>
            <a:ext cx="475488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4904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83080" y="18928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Clicks 👍 Safe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(correction)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18745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417320"/>
            <a:ext cx="1234440" cy="914400"/>
          </a:xfrm>
          <a:prstGeom prst="rect">
            <a:avLst/>
          </a:prstGeom>
          <a:solidFill>
            <a:srgbClr val="1A1D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1490472"/>
            <a:ext cx="475488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4904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18928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POST /report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{text, label}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18745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417320"/>
            <a:ext cx="1234440" cy="914400"/>
          </a:xfrm>
          <a:prstGeom prst="rect">
            <a:avLst/>
          </a:prstGeom>
          <a:solidFill>
            <a:srgbClr val="1A1D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490472"/>
            <a:ext cx="475488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904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A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8928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Appended 50×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to spam.csv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18745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417320"/>
            <a:ext cx="1234440" cy="914400"/>
          </a:xfrm>
          <a:prstGeom prst="rect">
            <a:avLst/>
          </a:prstGeom>
          <a:solidFill>
            <a:srgbClr val="1A1D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490472"/>
            <a:ext cx="475488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4904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A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0" y="18928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Model retrained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&amp; reloaded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18745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1417320"/>
            <a:ext cx="1234440" cy="914400"/>
          </a:xfrm>
          <a:prstGeom prst="rect">
            <a:avLst/>
          </a:prstGeom>
          <a:solidFill>
            <a:srgbClr val="1A1D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1490472"/>
            <a:ext cx="475488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4904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A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52360" y="18928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Email re-scanned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with new model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514600"/>
            <a:ext cx="8321040" cy="960120"/>
          </a:xfrm>
          <a:prstGeom prst="rect">
            <a:avLst/>
          </a:prstGeom>
          <a:solidFill>
            <a:srgbClr val="1A1D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💡  Why 50× Duplication?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2852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With ~500K rows in the training data, a single correction would have negligible impact (0.0002% weight). Duplicating each correction 50 times ensures it has meaningful influence on the next training cycle — effectively oversampling user-validated examples to steer the model's decision boundary.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11880"/>
            <a:ext cx="2651760" cy="960120"/>
          </a:xfrm>
          <a:prstGeom prst="rect">
            <a:avLst/>
          </a:prstGeom>
          <a:solidFill>
            <a:srgbClr val="1A1D3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📈  Continuous Improvement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9684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Model gets smarter with every user correction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27832" y="3611880"/>
            <a:ext cx="2651760" cy="960120"/>
          </a:xfrm>
          <a:prstGeom prst="rect">
            <a:avLst/>
          </a:prstGeom>
          <a:solidFill>
            <a:srgbClr val="1A1D3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9272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👤  Personalised Protection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19272" y="39684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Adapts to your specific email patterns over time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9904" y="3611880"/>
            <a:ext cx="2651760" cy="960120"/>
          </a:xfrm>
          <a:prstGeom prst="rect">
            <a:avLst/>
          </a:prstGeom>
          <a:solidFill>
            <a:srgbClr val="1A1D3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1344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⚡  Real-Time Retraining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81344" y="39684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Full retrain + reload happens immediately after feedback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 &amp; PRIVACY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Security &amp; Privacy by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4023360" cy="1024128"/>
          </a:xfrm>
          <a:prstGeom prst="rect">
            <a:avLst/>
          </a:prstGeom>
          <a:solidFill>
            <a:srgbClr val="1A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16736"/>
            <a:ext cx="54864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🔒  100% Local Spam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ML inference runs on your machine via the local Flask server. No email content is sent to any cloud for spam checking.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16736"/>
            <a:ext cx="4023360" cy="1024128"/>
          </a:xfrm>
          <a:prstGeom prst="rect">
            <a:avLst/>
          </a:prstGeom>
          <a:solidFill>
            <a:srgbClr val="1A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16736"/>
            <a:ext cx="54864" cy="10241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💾  Browser-Only Note Storage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7190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Sticky notes stored in chrome.storage.local — data never leaves your browser or device.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4023360" cy="1024128"/>
          </a:xfrm>
          <a:prstGeom prst="rect">
            <a:avLst/>
          </a:prstGeom>
          <a:solidFill>
            <a:srgbClr val="1A1D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05456"/>
            <a:ext cx="54864" cy="10241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🎯  Explicit AI Consent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9077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Only Groq receives email data, and only when you explicitly click Summarize or use the Chatbot. Never automatic.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505456"/>
            <a:ext cx="4023360" cy="1024128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505456"/>
            <a:ext cx="54864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🔑  Local API Key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9077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Groq API key stored in a local .env file only. Never committed to git (.gitignore enforced).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4023360" cy="1024128"/>
          </a:xfrm>
          <a:prstGeom prst="rect">
            <a:avLst/>
          </a:prstGeom>
          <a:solidFill>
            <a:srgbClr val="1A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94176"/>
            <a:ext cx="54864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🛡️  Client-Side Attachment Scanning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0965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Attachment risk detection scans Gmail DOM elements entirely client-side — no files are uploaded anywhere.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694176"/>
            <a:ext cx="4023360" cy="1024128"/>
          </a:xfrm>
          <a:prstGeom prst="rect">
            <a:avLst/>
          </a:prstGeom>
          <a:solidFill>
            <a:srgbClr val="1A1D3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94176"/>
            <a:ext cx="54864" cy="10241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🚫  Zero Telemetry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0965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analytics, no tracking, no logging of user data. The extension does not transmit anything without explicit user action.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What's Next for NeuroDesk?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399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Multi-Language Support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Extend spam detection to Hindi, French, Spanish and more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9903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3048" y="1399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Phishing URL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764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Scan email links against known phishing domain databases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9903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93408" y="1399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Sync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764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Optional Google Drive / Firebase sync for cross-device notes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915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2359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Reply Templates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24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AI-generated reply templates based on email context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228600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35915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3048" y="2359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Analytics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2724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Spam stats, productivity metrics, Pomodoro session history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28600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35915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93408" y="2359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Multi-Model Ensemble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724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Combine LR, Random Forest, and SVM for higher accuracy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4612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192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3319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Companion 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Android/iOS app to view and edit sticky notes on the go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324612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3192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13048" y="3319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Chrome Web Store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3756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Publish extension publicly for widespread distribution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246120"/>
            <a:ext cx="2743200" cy="822960"/>
          </a:xfrm>
          <a:prstGeom prst="rect">
            <a:avLst/>
          </a:prstGeom>
          <a:solidFill>
            <a:srgbClr val="1A1D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3192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93408" y="3319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Calendar 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Auto-create calendar events from detected dates in emails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Achievements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32104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6245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Trained spam classifier on 470K+ emails from 12 diverse datasets with high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832104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02536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0391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Real-time active learning — user feedback immediately retrains and improves the 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79192"/>
            <a:ext cx="832104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79192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7157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Production-quality Chrome Extension (MV3) with cross-tab sync, persistent storage &amp; system notifications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832104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55848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39242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Groq llama-3.3-70b integration for summarization and conversational AI with graceful fallbacks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32504"/>
            <a:ext cx="8321040" cy="566928"/>
          </a:xfrm>
          <a:prstGeom prst="rect">
            <a:avLst/>
          </a:prstGeom>
          <a:solidFill>
            <a:srgbClr val="1A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32504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069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Premium glassmorphism UI with 4 themes, micro-animations — built in pure vanilla JavaScript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Full-stack development · ML pipelines · RESTful API design · Browser extension architecture · Modern frontend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4572000" cy="4572000"/>
          </a:xfrm>
          <a:prstGeom prst="ellipse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743200" y="2423160"/>
            <a:ext cx="3657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78BFA"/>
                </a:solidFill>
              </a:rPr>
              <a:t>NeuroDesk AI — Built with ❤️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🔗  Flask + Scikit-Learn 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🧩  Chrome Extension — Manifest V3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🤖  Groq llama-3.3-70b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3657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📌  Smart Sticky Notes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NeuroDesk — AI-Powered Chrome Extension</dc:title>
  <dc:subject>PptxGenJS Presentation</dc:subject>
  <dc:creator>PptxGenJS</dc:creator>
  <cp:lastModifiedBy>PptxGenJS</cp:lastModifiedBy>
  <cp:revision>1</cp:revision>
  <dcterms:created xsi:type="dcterms:W3CDTF">2026-04-19T18:51:44Z</dcterms:created>
  <dcterms:modified xsi:type="dcterms:W3CDTF">2026-04-19T18:51:44Z</dcterms:modified>
</cp:coreProperties>
</file>